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914400"/>
            <a:ext cx="5486400" cy="5486400"/>
          </a:xfrm>
          <a:prstGeom prst="ellipse">
            <a:avLst/>
          </a:prstGeom>
          <a:solidFill>
            <a:srgbClr val="7AA2F7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834640" y="731520"/>
            <a:ext cx="3474720" cy="411480"/>
          </a:xfrm>
          <a:prstGeom prst="rect">
            <a:avLst>
              <a:gd name="adj" fmla="val 44444"/>
            </a:avLst>
          </a:prstGeom>
          <a:solidFill>
            <a:srgbClr val="1A1B26"/>
          </a:solidFill>
          <a:ln w="19050">
            <a:solidFill>
              <a:srgbClr val="BB9A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834640" y="731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Non-Developer Built a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AI Agent Team in ~6h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200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vibe coding guide based on real conversation logs with Claude Code's specialized agent team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~6h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9728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Active Time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3931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01752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3931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93776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Issues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3931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85800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Affairs Monitoring Dashboard "SIGINT"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60320" cy="12801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64008" cy="128016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Collection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GDELT, RSS, Playwright scraping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554480"/>
            <a:ext cx="2560320" cy="12801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554480"/>
            <a:ext cx="64008" cy="1280160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Markets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Stocks, commodities, FX real-time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2560320" cy="12801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554480"/>
            <a:ext cx="64008" cy="1280160"/>
          </a:xfrm>
          <a:prstGeom prst="rect">
            <a:avLst/>
          </a:prstGeom>
          <a:solidFill>
            <a:srgbClr val="73DACA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Tracking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AIS-based Middle East sea monitoring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2560320" cy="12801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108960"/>
            <a:ext cx="64008" cy="1280160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Airport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position, ops status, 7-day timeline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0" y="3108960"/>
            <a:ext cx="2560320" cy="12801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0" y="3108960"/>
            <a:ext cx="64008" cy="1280160"/>
          </a:xfrm>
          <a:prstGeom prst="rect">
            <a:avLst/>
          </a:prstGeom>
          <a:solidFill>
            <a:srgbClr val="BB9AF7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— sentiment, summary, briefing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3108960"/>
            <a:ext cx="2560320" cy="12801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3108960"/>
            <a:ext cx="64008" cy="1280160"/>
          </a:xfrm>
          <a:prstGeom prst="rect">
            <a:avLst/>
          </a:prstGeom>
          <a:solidFill>
            <a:srgbClr val="F7768E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9224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/ English / Japanese translation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7315200" cy="7315200"/>
          </a:xfrm>
          <a:prstGeom prst="ellipse">
            <a:avLst/>
          </a:prstGeom>
          <a:solidFill>
            <a:srgbClr val="BB9AF7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MESSAGE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vibe coding,</a:t>
            </a:r>
            <a:endParaRPr lang="en-US" sz="3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doesn't write code,</a:t>
            </a:r>
            <a:endParaRPr lang="en-US" sz="3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performs 7 roles.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is organizing and directing a specialized agent team.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extracted from 4 actual sessions (~10,000 lines).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Roles of a Non-Developer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05840"/>
            <a:ext cx="54864" cy="457200"/>
          </a:xfrm>
          <a:prstGeom prst="rect">
            <a:avLst/>
          </a:prstGeom>
          <a:solidFill>
            <a:srgbClr val="BB9AF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069848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005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200400" y="1005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to build — start with one sentence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554480"/>
            <a:ext cx="54864" cy="457200"/>
          </a:xfrm>
          <a:prstGeom prst="rect">
            <a:avLst/>
          </a:prstGeom>
          <a:solidFill>
            <a:srgbClr val="7AA2F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1848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200400" y="1554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AI work rules via CLAUDE.md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210312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14" name="Shape 10"/>
          <p:cNvSpPr/>
          <p:nvPr/>
        </p:nvSpPr>
        <p:spPr>
          <a:xfrm>
            <a:off x="640080" y="2103120"/>
            <a:ext cx="54864" cy="457200"/>
          </a:xfrm>
          <a:prstGeom prst="rect">
            <a:avLst/>
          </a:prstGeom>
          <a:solidFill>
            <a:srgbClr val="FF9E6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67128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2103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200400" y="2103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issues and set Phase order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0080" y="265176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19" name="Shape 14"/>
          <p:cNvSpPr/>
          <p:nvPr/>
        </p:nvSpPr>
        <p:spPr>
          <a:xfrm>
            <a:off x="640080" y="2651760"/>
            <a:ext cx="54864" cy="457200"/>
          </a:xfrm>
          <a:prstGeom prst="rect">
            <a:avLst/>
          </a:prstGeom>
          <a:solidFill>
            <a:srgbClr val="7DC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715768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7160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Director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3200400" y="2651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feedback, pixel-level adjustments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24" name="Shape 18"/>
          <p:cNvSpPr/>
          <p:nvPr/>
        </p:nvSpPr>
        <p:spPr>
          <a:xfrm>
            <a:off x="640080" y="3200400"/>
            <a:ext cx="54864" cy="457200"/>
          </a:xfrm>
          <a:prstGeom prst="rect">
            <a:avLst/>
          </a:prstGeom>
          <a:solidFill>
            <a:srgbClr val="73DAC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264408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7160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Manager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3200400" y="3200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API keys, connect external services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40080" y="374904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29" name="Shape 22"/>
          <p:cNvSpPr/>
          <p:nvPr/>
        </p:nvSpPr>
        <p:spPr>
          <a:xfrm>
            <a:off x="640080" y="3749040"/>
            <a:ext cx="54864" cy="457200"/>
          </a:xfrm>
          <a:prstGeom prst="rect">
            <a:avLst/>
          </a:prstGeom>
          <a:solidFill>
            <a:srgbClr val="F7768E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813048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37160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Tester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3200400" y="3749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AI's 'done' reports in practice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34" name="Shape 26"/>
          <p:cNvSpPr/>
          <p:nvPr/>
        </p:nvSpPr>
        <p:spPr>
          <a:xfrm>
            <a:off x="640080" y="4297680"/>
            <a:ext cx="54864" cy="457200"/>
          </a:xfrm>
          <a:prstGeom prst="rect">
            <a:avLst/>
          </a:prstGeom>
          <a:solidFill>
            <a:srgbClr val="9ECE6A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361688"/>
            <a:ext cx="320040" cy="32004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37160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300" dirty="0"/>
          </a:p>
        </p:txBody>
      </p:sp>
      <p:sp>
        <p:nvSpPr>
          <p:cNvPr id="37" name="Text 28"/>
          <p:cNvSpPr/>
          <p:nvPr/>
        </p:nvSpPr>
        <p:spPr>
          <a:xfrm>
            <a:off x="3200400" y="4297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and manage systems with pm2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Issue-Based Development Workflow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starts with a GitHub Issue — develop, review, and merge per issue.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1920240" cy="16459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71600"/>
            <a:ext cx="54864" cy="1645920"/>
          </a:xfrm>
          <a:prstGeom prst="rect">
            <a:avLst/>
          </a:prstGeom>
          <a:solidFill>
            <a:srgbClr val="BB9AF7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7724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Planning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2286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goals into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and set order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88920" y="1371600"/>
            <a:ext cx="1920240" cy="16459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88920" y="1371600"/>
            <a:ext cx="54864" cy="164592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12" name="Text 9"/>
          <p:cNvSpPr/>
          <p:nvPr/>
        </p:nvSpPr>
        <p:spPr>
          <a:xfrm>
            <a:off x="292608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292608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Creation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926080" y="2286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structural/feature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via Tidy First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937760" y="1371600"/>
            <a:ext cx="1920240" cy="16459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937760" y="1371600"/>
            <a:ext cx="54864" cy="1645920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17" name="Text 14"/>
          <p:cNvSpPr/>
          <p:nvPr/>
        </p:nvSpPr>
        <p:spPr>
          <a:xfrm>
            <a:off x="507492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507492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Development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74920" y="2286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branch per issue,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 develops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086600" y="1371600"/>
            <a:ext cx="1920240" cy="16459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086600" y="1371600"/>
            <a:ext cx="54864" cy="1645920"/>
          </a:xfrm>
          <a:prstGeom prst="rect">
            <a:avLst/>
          </a:prstGeom>
          <a:solidFill>
            <a:srgbClr val="F7768E"/>
          </a:solidFill>
          <a:ln/>
        </p:spPr>
      </p:sp>
      <p:sp>
        <p:nvSpPr>
          <p:cNvPr id="22" name="Text 19"/>
          <p:cNvSpPr/>
          <p:nvPr/>
        </p:nvSpPr>
        <p:spPr>
          <a:xfrm>
            <a:off x="722376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7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722376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+ Review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223760" y="2286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code-reviewer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auto-reviews then merges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4008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Issue Contains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0080" y="3749040"/>
            <a:ext cx="1920240" cy="82296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27" name="Text 24"/>
          <p:cNvSpPr/>
          <p:nvPr/>
        </p:nvSpPr>
        <p:spPr>
          <a:xfrm>
            <a:off x="731520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Reference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31520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numbers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788920" y="3749040"/>
            <a:ext cx="1920240" cy="82296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30" name="Text 27"/>
          <p:cNvSpPr/>
          <p:nvPr/>
        </p:nvSpPr>
        <p:spPr>
          <a:xfrm>
            <a:off x="2880360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Agent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2880360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feature-dev etc.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937760" y="3749040"/>
            <a:ext cx="1920240" cy="82296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33" name="Text 30"/>
          <p:cNvSpPr/>
          <p:nvPr/>
        </p:nvSpPr>
        <p:spPr>
          <a:xfrm>
            <a:off x="5029200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Design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029200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 API, DB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086600" y="3749040"/>
            <a:ext cx="1920240" cy="82296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36" name="Text 33"/>
          <p:cNvSpPr/>
          <p:nvPr/>
        </p:nvSpPr>
        <p:spPr>
          <a:xfrm>
            <a:off x="7178040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7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178040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Red→Green→Refactor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 Team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 organized as a team for parallel work, not a single AI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280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926080" y="1280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84632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1691640"/>
            <a:ext cx="7863840" cy="36576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1691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A2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code-architect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92608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4632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design, interface definition, issue planning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40080" y="2084832"/>
            <a:ext cx="7863840" cy="36576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2084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EC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feature-dev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926080" y="2084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Developer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846320" y="20848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features, API, DB, collector development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0080" y="2478024"/>
            <a:ext cx="7863840" cy="36576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24780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B9A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frontend-design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926080" y="24780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46320" y="247802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components, pages, state management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40080" y="2871216"/>
            <a:ext cx="7863840" cy="36576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28712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C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frontend-design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926080" y="28712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UX/UI Designer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46320" y="28712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Prototypes, layout, theme, responsive design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40080" y="3264408"/>
            <a:ext cx="7863840" cy="36576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26" name="Text 23"/>
          <p:cNvSpPr/>
          <p:nvPr/>
        </p:nvSpPr>
        <p:spPr>
          <a:xfrm>
            <a:off x="822960" y="32644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76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code-reviewer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926080" y="32644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Reviewer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846320" y="32644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review, quality assurance, improvement directives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40080" y="3657600"/>
            <a:ext cx="7863840" cy="36576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30" name="Text 27"/>
          <p:cNvSpPr/>
          <p:nvPr/>
        </p:nvSpPr>
        <p:spPr>
          <a:xfrm>
            <a:off x="82296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3DAC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code-explorer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2926080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Analyst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846320" y="3657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exploration, execution path tracing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40080" y="4050792"/>
            <a:ext cx="7863840" cy="36576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34" name="Text 31"/>
          <p:cNvSpPr/>
          <p:nvPr/>
        </p:nvSpPr>
        <p:spPr>
          <a:xfrm>
            <a:off x="822960" y="40507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code-simplifier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2926080" y="40507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Organizer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846320" y="40507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 First structural changes, refactoring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640080" y="4526280"/>
            <a:ext cx="7863840" cy="50292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38" name="Shape 35"/>
          <p:cNvSpPr/>
          <p:nvPr/>
        </p:nvSpPr>
        <p:spPr>
          <a:xfrm>
            <a:off x="640080" y="4526280"/>
            <a:ext cx="54864" cy="502920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39" name="Text 36"/>
          <p:cNvSpPr/>
          <p:nvPr/>
        </p:nvSpPr>
        <p:spPr>
          <a:xfrm>
            <a:off x="914400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 In M4-5, 5 agents worked simultaneously via Worktree → 5 components developed in parallel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— The Blueprint for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(Product Requirements Document) defines 'what to build'. AI performs all work based on this document.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560320" cy="9144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54864" cy="914400"/>
          </a:xfrm>
          <a:prstGeom prst="rect">
            <a:avLst/>
          </a:prstGeom>
          <a:solidFill>
            <a:srgbClr val="BB9AF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background,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0" y="1371600"/>
            <a:ext cx="2560320" cy="9144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9" name="Shape 7"/>
          <p:cNvSpPr/>
          <p:nvPr/>
        </p:nvSpPr>
        <p:spPr>
          <a:xfrm>
            <a:off x="3474720" y="1371600"/>
            <a:ext cx="54864" cy="91440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1188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Frameworks, DB,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list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2560320" cy="9144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9360" y="1371600"/>
            <a:ext cx="54864" cy="914400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Feature-specific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requirements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2468880"/>
            <a:ext cx="2560320" cy="9144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2468880"/>
            <a:ext cx="54864" cy="914400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Requirements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0" y="2468880"/>
            <a:ext cx="2560320" cy="9144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21" name="Shape 19"/>
          <p:cNvSpPr/>
          <p:nvPr/>
        </p:nvSpPr>
        <p:spPr>
          <a:xfrm>
            <a:off x="3474720" y="2468880"/>
            <a:ext cx="54864" cy="914400"/>
          </a:xfrm>
          <a:prstGeom prst="rect">
            <a:avLst/>
          </a:prstGeom>
          <a:solidFill>
            <a:srgbClr val="F7768E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7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Plan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1188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M1~M7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goals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09360" y="2468880"/>
            <a:ext cx="2560320" cy="9144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9360" y="2468880"/>
            <a:ext cx="54864" cy="914400"/>
          </a:xfrm>
          <a:prstGeom prst="rect">
            <a:avLst/>
          </a:prstGeom>
          <a:solidFill>
            <a:srgbClr val="73DACA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3D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Data Sources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URL, auth,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3657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→ Issue → AI Development Loop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4114800"/>
            <a:ext cx="123444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BB9A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114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PRD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057400" y="4114800"/>
            <a:ext cx="123444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7AA2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57400" y="4114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Milestones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74720" y="4114800"/>
            <a:ext cx="123444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FF9E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4114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Issues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92040" y="4114800"/>
            <a:ext cx="123444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9ECE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4114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Dev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09360" y="4114800"/>
            <a:ext cx="123444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F7768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4114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7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Review+Merge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726680" y="4114800"/>
            <a:ext cx="123444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BB9AF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26680" y="4114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PRD ⟳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1: Planner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"Say what to build" — start with one sentence and grow through conversation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3200400" y="1463040"/>
            <a:ext cx="5303520" cy="594360"/>
          </a:xfrm>
          <a:prstGeom prst="rect">
            <a:avLst/>
          </a:prstGeom>
          <a:solidFill>
            <a:srgbClr val="24283B"/>
          </a:solidFill>
          <a:ln w="8890">
            <a:solidFill>
              <a:srgbClr val="7AA2F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383280" y="14630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make a dashboard to monitor international affairs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863840" y="14630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11:36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00400" y="2240280"/>
            <a:ext cx="5303520" cy="594360"/>
          </a:xfrm>
          <a:prstGeom prst="rect">
            <a:avLst/>
          </a:prstGeom>
          <a:solidFill>
            <a:srgbClr val="24283B"/>
          </a:solidFill>
          <a:ln w="8890">
            <a:solidFill>
              <a:srgbClr val="7AA2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83280" y="22402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add Middle East tankers and LPG vessels too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22402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11:37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00400" y="3017520"/>
            <a:ext cx="5303520" cy="594360"/>
          </a:xfrm>
          <a:prstGeom prst="rect">
            <a:avLst/>
          </a:prstGeom>
          <a:solidFill>
            <a:srgbClr val="24283B"/>
          </a:solidFill>
          <a:ln w="8890">
            <a:solidFill>
              <a:srgbClr val="7AA2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83280" y="30175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domestic/US stocks, crude oil, and gold prices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863840" y="30175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11:54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00400" y="3794760"/>
            <a:ext cx="5303520" cy="594360"/>
          </a:xfrm>
          <a:prstGeom prst="rect">
            <a:avLst/>
          </a:prstGeom>
          <a:solidFill>
            <a:srgbClr val="24283B"/>
          </a:solidFill>
          <a:ln w="8890">
            <a:solidFill>
              <a:srgbClr val="7AA2F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83280" y="37947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also like to include Dubai airport operations monitoring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863840" y="37947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22:01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45720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You don't need a perfect specification from the start. Start with one sentence and grow it through conversation.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2: Architect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= 'Employee Handbook' for AI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463040"/>
            <a:ext cx="393192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Tech Stack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1920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Prisma + SQLite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 uses same tools each time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926080"/>
            <a:ext cx="393192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Principles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33832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(Red→Green→Refactor)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 First (structural change first)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37760" y="1463040"/>
            <a:ext cx="393192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12064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120640" y="1920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Git-Flow + GitHub Issues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Consistent work process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937760" y="2926080"/>
            <a:ext cx="393192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12064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Agent List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33832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code-architect, feature-dev, etc.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Role-based AI team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45720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When this document is well-written, AI works consistently at the same quality level every time.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3~7 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2651760" cy="365760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05840"/>
            <a:ext cx="64008" cy="3657600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— Issue Management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order, issue numbers, sequential/parallel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distinction written directly in markdown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560320"/>
            <a:ext cx="2377440" cy="164592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6517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1 (seq): #27→#28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2 (par): #29,#30,#31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3 (seq): #32→#33→#34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20440" y="1005840"/>
            <a:ext cx="2651760" cy="365760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005840"/>
            <a:ext cx="64008" cy="3657600"/>
          </a:xfrm>
          <a:prstGeom prst="rect">
            <a:avLst/>
          </a:prstGeom>
          <a:solidFill>
            <a:srgbClr val="7DCFFF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Director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03320" y="1554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Pixel-level feedback.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what you see, AI fixes 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0" y="2560320"/>
            <a:ext cx="2377440" cy="164592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26517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"News height 640px→650→670→690"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"Tokyo Night style"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"Too colorful, too many colors"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1005840"/>
            <a:ext cx="2651760" cy="365760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1005840"/>
            <a:ext cx="64008" cy="3657600"/>
          </a:xfrm>
          <a:prstGeom prst="rect">
            <a:avLst/>
          </a:prstGeom>
          <a:solidFill>
            <a:srgbClr val="73DACA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3D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QA + Ops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1554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API keys, verify AI 'done' reports,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server with pm2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37960" y="2560320"/>
            <a:ext cx="2377440" cy="164592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26517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"EK flight is missing"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"Should be UPDATE not INSERT"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"Need to restart pm2?"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Core Patterns of Vibe Coding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10515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64008" cy="105156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43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11680" y="11430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→ Document → Conversation Loop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is not written once and done. New requirement → Update PRD → Create issues → Agent dev → Review → Re-update PRD cycle.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7863840" cy="10515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377440"/>
            <a:ext cx="64008" cy="1051560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23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24231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Instruction Writing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788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"do it," write Phase order, issue numbers, sequential/parallel distinction, branch name in markdown and share.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7863840" cy="10515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657600"/>
            <a:ext cx="64008" cy="1051560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703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37033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Team Operations + Worktree Parallelization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4069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role-based specialist agents as a team. Simultaneous work via Git Worktree on independent branches → code-reviewer reviews → merge.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Hour Development Timeline (1/2)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hours of actual human work out of ~21 hours wall clock (analyzed by 5-minute message interval)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737360" y="1188720"/>
            <a:ext cx="0" cy="3657600"/>
          </a:xfrm>
          <a:prstGeom prst="line">
            <a:avLst/>
          </a:prstGeom>
          <a:noFill/>
          <a:ln w="25400">
            <a:solidFill>
              <a:srgbClr val="3B42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7632" y="1261872"/>
            <a:ext cx="201168" cy="201168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" y="11887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11:36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103120" y="11887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project with one sentence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94960" y="1188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want to build an international affairs monitoring dashboard"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27632" y="1719072"/>
            <a:ext cx="201168" cy="201168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" y="16459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11:45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103120" y="1645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frontend-design agent creates UI prototype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94960" y="1645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prototype created → visual feedback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27632" y="2176272"/>
            <a:ext cx="201168" cy="201168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" y="21031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12:21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103120" y="21031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+ architecture decision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94960" y="2103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TDD, Git-Flow, Tidy First, agent list defined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27632" y="2633472"/>
            <a:ext cx="201168" cy="20116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" y="25603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12:33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03120" y="2560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code-architect auto-generates M1 issues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94960" y="2560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#3~#10: Prisma, news, markets, vessels, AI analysis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27632" y="3090672"/>
            <a:ext cx="201168" cy="20116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" y="30175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13:14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103120" y="3017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agents parallel development with Worktree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94960" y="3017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News+markets+vessels collectors implemented simultaneously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27632" y="3547872"/>
            <a:ext cx="201168" cy="20116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" y="34747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13:52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103120" y="34747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code-reviewer auto PR review loop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94960" y="3474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#17,#19,#20,#21 sequential review → feedback → merge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627632" y="4005072"/>
            <a:ext cx="201168" cy="201168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" y="39319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21:43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103120" y="3931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frontend — structured instructions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94960" y="3931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"Implement the following plan" + React Query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627632" y="4462272"/>
            <a:ext cx="201168" cy="201168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" y="43891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22:01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103120" y="43891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airport requirement added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94960" y="4389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PRD section 4.8 → create issues #27~#34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Hour Development Timeline (2/2)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737360" y="914400"/>
            <a:ext cx="0" cy="3931920"/>
          </a:xfrm>
          <a:prstGeom prst="line">
            <a:avLst/>
          </a:prstGeom>
          <a:noFill/>
          <a:ln w="25400">
            <a:solidFill>
              <a:srgbClr val="3B42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27632" y="987552"/>
            <a:ext cx="201168" cy="201168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" y="9144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23:31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103120" y="9144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airport layout — 3 agents parallel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94960" y="914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sequential/parallel instructions. 3 collectors completed in 5 minutes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27632" y="1472184"/>
            <a:ext cx="201168" cy="20116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" y="1399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3/14 00:04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103120" y="1399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— translation/auth/keys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94960" y="13990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quota, OpenSky OAuth2, AIS key rotation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27632" y="1956816"/>
            <a:ext cx="201168" cy="20116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" y="18836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3/14 03:16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103120" y="18836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agents large-scale UI dev (M4-5)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94960" y="188366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NewsFeed, Airport, Issue, TopBar, Map in parallel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27632" y="2441448"/>
            <a:ext cx="201168" cy="201168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" y="23682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3/14 06:53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03120" y="23682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i18n multilingual (KO/EN/JA)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94960" y="236829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#60 — feature-dev agent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627632" y="2926080"/>
            <a:ext cx="201168" cy="201168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" y="28529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3/14 07:12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103120" y="28529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Tokyo Night theme + tablet UI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94960" y="28529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"Tokyo Night style" → 20 files CSS replaced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627632" y="3410712"/>
            <a:ext cx="201168" cy="20116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" y="33375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3/14 07:35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103120" y="33375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INSERT vs UPDATE bug found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94960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discovered logic error AI missed through DB inspection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27632" y="3895344"/>
            <a:ext cx="201168" cy="201168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" y="38221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3/14 07:39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103120" y="38221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pixel-level design feedback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94960" y="38221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Height, font, color, layout micro-adjustments repeated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627632" y="4379976"/>
            <a:ext cx="201168" cy="20116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" y="43068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3/14 08:50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103120" y="43068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docs + project completion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94960" y="430682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PRD, CLAUDE.md, README all updated to latest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7AA2F7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554480" y="10058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problem clearly. AI solves well-defined problems best.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6420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54480" y="16642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instructions clearly. 'Do this in this order' is 10x more effective than 'do it.'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32257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54480" y="232257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Entrust to experts (agents). Operate server, front, designer as a team.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98094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554480" y="298094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CLAUDE.md to set AI's work rules. It's the key to consistent quality.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63931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554480" y="363931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work with issues. Issues are AI's work instructions.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554480" y="42976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AI says 'done,' always verify with your own eyes.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457200"/>
            <a:ext cx="4572000" cy="4572000"/>
          </a:xfrm>
          <a:prstGeom prst="ellipse">
            <a:avLst/>
          </a:prstGeom>
          <a:solidFill>
            <a:srgbClr val="BB9AF7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82296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problem.</a:t>
            </a:r>
            <a:endParaRPr lang="en-US" sz="3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clear instructions.</a:t>
            </a:r>
            <a:endParaRPr lang="en-US" sz="3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Entrust to experts.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3017520"/>
            <a:ext cx="228600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3017520"/>
            <a:ext cx="54864" cy="1188720"/>
          </a:xfrm>
          <a:prstGeom prst="rect">
            <a:avLst/>
          </a:prstGeom>
          <a:solidFill>
            <a:srgbClr val="BB9AF7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3474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state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to solve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66160" y="3017520"/>
            <a:ext cx="228600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66160" y="3017520"/>
            <a:ext cx="54864" cy="118872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Instructions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03320" y="3474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Phase, issues, order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structured format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3017520"/>
            <a:ext cx="228600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3017520"/>
            <a:ext cx="54864" cy="1188720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Entrust to Experts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3474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to server, front, designer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team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Affairs Dashboard — 2026.03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Coding Guide — How a Non-Developer Built a Dashboard with AI Agent Team in ~6h</dc:title>
  <dc:subject>PptxGenJS Presentation</dc:subject>
  <dc:creator>Jonan (smallmiro)</dc:creator>
  <cp:lastModifiedBy>Jonan (smallmiro)</cp:lastModifiedBy>
  <cp:revision>1</cp:revision>
  <dcterms:created xsi:type="dcterms:W3CDTF">2026-03-14T10:41:17Z</dcterms:created>
  <dcterms:modified xsi:type="dcterms:W3CDTF">2026-03-14T10:41:17Z</dcterms:modified>
</cp:coreProperties>
</file>