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7AA2F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834640" y="731520"/>
            <a:ext cx="3474720" cy="411480"/>
          </a:xfrm>
          <a:prstGeom prst="rect">
            <a:avLst>
              <a:gd name="adj" fmla="val 44444"/>
            </a:avLst>
          </a:prstGeom>
          <a:solidFill>
            <a:srgbClr val="1A1B26"/>
          </a:solidFill>
          <a:ln w="19050">
            <a:solidFill>
              <a:srgbClr val="BB9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731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B9A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非開発者がAIエージェントチームで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ダッシュボードを構築した〜6時間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Code専門エージェントチームとの実際の会話記録分析に基づくバイブコーディングガイド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~6h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人間の実作業時間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B9A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CE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Issue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専門エージェント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プロジェクト概要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C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国際情勢モニタリングダッシュボード「SIGINT」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12801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ニュース収集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GDELT, RSS, Playwrightスクレイピング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554480"/>
            <a:ext cx="64008" cy="12801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金融市場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株式、原材料、為替リアルタイム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64008" cy="128016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船舶追跡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AISベース中東海域モニタリング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08960"/>
            <a:ext cx="64008" cy="12801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ドバイ空港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航空機位置、運航状況、7日タイムライン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108960"/>
            <a:ext cx="64008" cy="128016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AI分析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 API — 感情分析、要約、ブリーフィング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108960"/>
            <a:ext cx="64008" cy="12801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多言語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韓国語 / 英語 / 日本語翻訳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7315200" cy="7315200"/>
          </a:xfrm>
          <a:prstGeom prst="ellipse">
            <a:avLst/>
          </a:prstGeom>
          <a:solidFill>
            <a:srgbClr val="BB9A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コアメッセージ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バイブコーディングで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人間はコードを書かないが、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7つの役割を果たす。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専門エージェントチームを構成し指揮することが核心。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実際の会話履歴4セッション（〜10,000行）から抽出したパターンです。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非開発者の7つの役割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457200"/>
          </a:xfrm>
          <a:prstGeom prst="rect">
            <a:avLst/>
          </a:prstGeom>
          <a:solidFill>
            <a:srgbClr val="BB9A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698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企画者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何を作るか言う — 一文から始める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554480"/>
            <a:ext cx="54864" cy="457200"/>
          </a:xfrm>
          <a:prstGeom prst="rect">
            <a:avLst/>
          </a:prstGeom>
          <a:solidFill>
            <a:srgbClr val="7AA2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1848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設計者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CLAUDE.mdでAI作業ルールを設定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2103120"/>
            <a:ext cx="54864" cy="457200"/>
          </a:xfrm>
          <a:prstGeom prst="rect">
            <a:avLst/>
          </a:prstGeom>
          <a:solidFill>
            <a:srgbClr val="FF9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6712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004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Issueを作りPhase順序を決める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2651760"/>
            <a:ext cx="54864" cy="457200"/>
          </a:xfrm>
          <a:prstGeom prst="rect">
            <a:avLst/>
          </a:prstGeom>
          <a:solidFill>
            <a:srgbClr val="7DC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1576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デザインディレクター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20040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目で見てピクセル単位のフィードバック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3200400"/>
            <a:ext cx="54864" cy="457200"/>
          </a:xfrm>
          <a:prstGeom prst="rect">
            <a:avLst/>
          </a:prstGeom>
          <a:solidFill>
            <a:srgbClr val="73DAC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644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データマネージャー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00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APIキー発行、外部サービス接続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9" name="Shape 22"/>
          <p:cNvSpPr/>
          <p:nvPr/>
        </p:nvSpPr>
        <p:spPr>
          <a:xfrm>
            <a:off x="640080" y="3749040"/>
            <a:ext cx="54864" cy="457200"/>
          </a:xfrm>
          <a:prstGeom prst="rect">
            <a:avLst/>
          </a:prstGeom>
          <a:solidFill>
            <a:srgbClr val="F7768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13048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QAテスター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20040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AIの「完了」報告を実際に検証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Shape 26"/>
          <p:cNvSpPr/>
          <p:nvPr/>
        </p:nvSpPr>
        <p:spPr>
          <a:xfrm>
            <a:off x="640080" y="4297680"/>
            <a:ext cx="54864" cy="457200"/>
          </a:xfrm>
          <a:prstGeom prst="rect">
            <a:avLst/>
          </a:prstGeom>
          <a:solidFill>
            <a:srgbClr val="9ECE6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61688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716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オペレーター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320040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pm2でシステム起動・管理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Issue駆動開発ワークフロー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すべてのタスクはGitHub Issueを先に作成し、Issue単位で開発/レビュー/マージします。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16459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B9A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マイルストーン計画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大目標をマイルストーンに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分割し順序を決定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371600"/>
            <a:ext cx="54864" cy="16459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9260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Issue作成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Tidy First基準で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構造/機能Issue分離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37760" y="1371600"/>
            <a:ext cx="54864" cy="16459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CE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0749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エージェント開発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Issue毎にブランチ作成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専門エージェントが開発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8660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86600" y="1371600"/>
            <a:ext cx="54864" cy="164592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19"/>
          <p:cNvSpPr/>
          <p:nvPr/>
        </p:nvSpPr>
        <p:spPr>
          <a:xfrm>
            <a:off x="72237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76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2237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 + レビュー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2376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code-reviewerが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自動レビュー後マージ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C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Issueに含まれる情報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PRD参照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セクション番号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8892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0" name="Text 27"/>
          <p:cNvSpPr/>
          <p:nvPr/>
        </p:nvSpPr>
        <p:spPr>
          <a:xfrm>
            <a:off x="288036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担当エージェント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8036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feature-dev等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3776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詳細設計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ファイル、API、DB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08660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6" name="Text 33"/>
          <p:cNvSpPr/>
          <p:nvPr/>
        </p:nvSpPr>
        <p:spPr>
          <a:xfrm>
            <a:off x="717804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テスト計画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17804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Red→Green→Refactor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専門エージェントチーム構成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単一AIではなく役割別専門エージェントをチームとして構成し並列作業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92608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担当業務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2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code-architect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260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アーキテクチャ設計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モジュール設計、インターフェース定義、Issue計画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2084832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084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CE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feature-dev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2608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サーバー開発者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2084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バックエンド機能実装、API、DB、収集器開発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2478024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4780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9A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26080" y="2478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フロントエンド開発者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46320" y="2478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Reactコンポーネント、ページ、状態管理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2871216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2608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UX/UIデザイナー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プロトタイプ、レイアウト、テーマ、レスポンシブ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" y="3264408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3264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6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92608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コードレビュアー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PRレビュー、品質検証、改善指示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DA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code-explorer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9260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コードアナリスト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既存コード把握、実行パス追跡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" y="4050792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050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E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code-simplifier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92608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コード整理者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46320" y="4050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Tidy First構造的変更、リファクタリング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8" name="Shape 35"/>
          <p:cNvSpPr/>
          <p:nvPr/>
        </p:nvSpPr>
        <p:spPr>
          <a:xfrm>
            <a:off x="640080" y="4526280"/>
            <a:ext cx="54864" cy="50292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39" name="Text 36"/>
          <p:cNvSpPr/>
          <p:nvPr/>
        </p:nvSpPr>
        <p:spPr>
          <a:xfrm>
            <a:off x="91440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実例：M4-5で5つのエージェントがWorktreeで同時作業 → 5コンポーネント並列開発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— AIに渡すプロジェクト設計図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PRD(Product Requirements Document)は「何を作るか」を定義する文書。AIはこの文書を基準に全作業を実行します。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プロジェクト概要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目的、背景、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ターゲットユーザー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371600"/>
            <a:ext cx="54864" cy="9144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技術スタック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フレームワーク、DB、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API一覧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54864" cy="91440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コア機能定義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機能別詳細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UI/UX要件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レイアウト、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レスポンシブ設計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2468880"/>
            <a:ext cx="54864" cy="91440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マイルストーン計画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M1~M7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段階別目標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468880"/>
            <a:ext cx="54864" cy="9144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DA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付録：データソース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URL、認証、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制限事項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→ Issue → AI開発ループ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PRD作成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マイルストーン分離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Issue作成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CE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エージェント開発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768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レビュー+マージ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PRD更新 ⟳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役割1：企画者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"何を作るか言う" — 一文から始めて対話で育てる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0" y="146304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8328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国際情勢を監視するダッシュボードを作りたいです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4630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11:36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224028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中東のタンカーやLPG船も追加してください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240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11:37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301752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017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国内/米国株、原油、金現物も追加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3017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11:54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379476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ドバイ空港の運航監視も入れたいんです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0" y="3794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22:01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核心：最初から完全な企画書は不要。一文から始めて対話で育てる。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役割2：設計者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= AIに与える「社員ハンドブック」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技術スタック固定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Next.js + Prisma + SQLite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AIが毎回同じ道具を使う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開発原則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TDD (Red→Green→Refactor)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Tidy First (構造変更優先)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ワークフロー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Git-Flow + GitHub Issue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一貫した作業手順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専門エージェント一覧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code-architect, feature-dev等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役割別AIチーム構成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核心：この文書が良く作成されれば、AIは毎回同じレベルで一貫して作業します。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役割3~7 要約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64008" cy="36576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 — Issue管理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Phase順序、Issue番号、順序/並列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区分までマークダウンで直接作成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1(順序): #27→#28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2(並列): #29,#30,#31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3(順序): #32→#33→#34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005840"/>
            <a:ext cx="64008" cy="3657600"/>
          </a:xfrm>
          <a:prstGeom prst="rect">
            <a:avLst/>
          </a:prstGeom>
          <a:solidFill>
            <a:srgbClr val="7DCFF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デザインディレクター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ピクセル単位までフィードバック。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見た通りに言えばAIが直す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「ニュース高さ640px→650→670→690」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「Tokyo Night風に」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「色が多すぎる」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005840"/>
            <a:ext cx="64008" cy="36576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DA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 + QA + 運営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APIキー発行、AI「完了」報告検証、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pm2でサーバー管理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「EK便がない」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「INSERTじゃなくUPDATEでは」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「pm2再起動すべき?」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バイブコーディング3大核心パターン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10515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パターンA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 → 文書 → 対話ループ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PRDを一度書いて終わりではありません。新要件 → PRD更新 → Issue作成 → エージェント開発 → レビュー → PRD再更新の循環。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64008" cy="10515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パターンB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構造化された指示書作成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「やって」ではなく、Phase順序、Issue番号、順序/並列区分、ブランチ名までマークダウンで作成して伝達。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64008" cy="10515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パターンC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エージェントチーム運営 + Worktree並列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役割別専門エージェントをチームとして構成。Git Worktreeで独立ブランチ同時作業 → code-reviewerがレビュー → マージ。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〜6時間開発タイムライン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壁時計〜21時間中、人間実作業時間約6時間（メッセージ間隔5分基準分析）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737360" y="1188720"/>
            <a:ext cx="0" cy="365760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12618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1188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3/13 11:36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0312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一文でプロジェクト開始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「国際情勢ダッシュボードを作りたい」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27632" y="1719072"/>
            <a:ext cx="201168" cy="201168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3/13 11:45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frontend-designエージェントがUIプロトタイプ作成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HTMLプロトタイプ生成 → ビジュアルフィードバック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27632" y="2176272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3/13 12:21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03120" y="2103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+ アーキテクチャ決定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TDD、Git-Flow、Tidy First、エージェント一覧定義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27632" y="26334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3/13 12:33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code-architectがM1 Issue自動生成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#3~#10: Prisma、ニュース、市場、船舶、AI分析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27632" y="30906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3/13 13:14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03120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3つのエージェントがWorktreeで並列開発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ニュース+市場+船舶収集器同時実装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27632" y="354787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" y="3474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3/13 13:52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0312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code-reviewer PR自動レビューループ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#17,#19,#20,#21順序レビュー → フィードバック → マージ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27632" y="400507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3/13 21:43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03120" y="3931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M2フロントエンド — 構造化指示書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「Implement the following plan」+ React Query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27632" y="44622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3/13 22:01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0312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ドバイ空港要件追加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PRDセクション4.8追加 → Issue #27~#34生成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〜6時間開発タイムライン (2/2)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737360" y="914400"/>
            <a:ext cx="0" cy="393192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7632" y="98755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914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3/13 23:31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03120" y="914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M3空港配置 — 3エージェント並列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Phase順序/並列指示。3つの収集器5分で完了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1472184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" y="1399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3/14 00:04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トラブルシューティング — 翻訳/認証/キー変更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399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Gemini割当、OpenSky OAuth2、AISキー更新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27632" y="195681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3/14 03:16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3120" y="1883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5エージェント大規模UI開発 (M4-5)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8836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NewsFeed、Airport、Issue、TopBar、Map並列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27632" y="2441448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3/14 06:53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368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i18n多言語 (KO/EN/JA)適用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3682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 #60 — feature-devエージェント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27632" y="2926080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3/14 07:12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Tokyo Nightテーマ + タブレットUI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852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「Tokyo Night風に」→ 20ファイルCSS置換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27632" y="341071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3337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3/14 07:35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3337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INSERT vs UPDATE核心バグ発見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AIが見落とした論理エラーを人間がDB確認で発見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895344"/>
            <a:ext cx="201168" cy="20116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3/14 07:39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ピクセル単位デザインフィードバック連続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高さ、フォント、色、レイアウト微調整反復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27632" y="437997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" y="4306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3/14 08:50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3120" y="4306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文書現行化 + プロジェクト完了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43068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PRD、CLAUDE.md、READMEすべて最新状態に更新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7AA2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核心教訓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005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問題を明確に定義する。AIは明確に定義された問題を最もよく解決する。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業務を明確に指示する。「やって」より「この順でやって」が10倍効果的。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3225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専門家(エージェント)に任せる。サーバー、フロント、デザイナーをチームとして運営。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809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9809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CLAUDE.mdでAIの作業ルールを定める。一貫した品質の核心。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6393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Issueで作業を管理する。IssueはAIの作業指示書。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AIが「完了」と言っても必ず目で確認する。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BB9AF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問題を定義して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明確に指示して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専門家に任せよう。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017520"/>
            <a:ext cx="54864" cy="11887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問題定義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解決すべき問題を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明確に述べる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3017520"/>
            <a:ext cx="54864" cy="11887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明確な指示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Phase、Issue、順序を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構造化して伝達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3017520"/>
            <a:ext cx="54864" cy="11887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専門家に任せる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サーバー、フロント、デザイナー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エージェントチームに委譲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World Affairs Dashboard — 2026.03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バイブコーディングガイド — 非開発者がAIエージェントチームでダッシュボードを構築した〜6時間</dc:title>
  <dc:subject>PptxGenJS Presentation</dc:subject>
  <dc:creator>上南 (smallmiro)</dc:creator>
  <cp:lastModifiedBy>上南 (smallmiro)</cp:lastModifiedBy>
  <cp:revision>1</cp:revision>
  <dcterms:created xsi:type="dcterms:W3CDTF">2026-03-14T10:41:17Z</dcterms:created>
  <dcterms:modified xsi:type="dcterms:W3CDTF">2026-03-14T10:41:17Z</dcterms:modified>
</cp:coreProperties>
</file>