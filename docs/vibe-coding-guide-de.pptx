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7AA2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731520"/>
            <a:ext cx="3474720" cy="411480"/>
          </a:xfrm>
          <a:prstGeom prst="rect">
            <a:avLst>
              <a:gd name="adj" fmla="val 44444"/>
            </a:avLst>
          </a:prstGeom>
          <a:solidFill>
            <a:srgbClr val="1A1B26"/>
          </a:solidFill>
          <a:ln w="19050">
            <a:solidFill>
              <a:srgbClr val="BB9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Nicht-Entwickler mit einem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KI-Agententeam ein Dashboard in ~6h baute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Vibe-Coding-Leitfaden basierend auf echten Gesprächsprotokollen mit Claude Codes Agententeam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aktiv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Spezial-Agenten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Projektübersicht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Weltlage-Monitoring-Dashboard "SIGINT"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2801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Nachrichtensammlung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GDELT, RSS, Playwright Scraping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54480"/>
            <a:ext cx="64008" cy="12801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Finanzmärkte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Aktien, Rohstoffe, Devisen Echtzeit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64008" cy="128016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Schiffsverfolgung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AIS-basiertes Monitoring im Nahen Osten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Flughafen Dubai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Flugzeugposition, Betriebsstatus, 7-Tage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108960"/>
            <a:ext cx="64008" cy="128016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KI-Analyse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Stimmung, Zusammenfassung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64008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Mehrsprachig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Koreanisch / Englisch / Japanisch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BB9A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KERNBOTSCHAFT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Vibe Coding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 der Mensch keinen Code,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übernimmt 7 Rollen.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Schlüssel ist die Organisation und Leitung eines spezialisierten Agententeams.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 aus 4 echten Sitzungen (~10.000 Zeilen) extrahiert.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Rollen eines Nicht-Entwicklers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57200"/>
          </a:xfrm>
          <a:prstGeom prst="rect">
            <a:avLst/>
          </a:prstGeom>
          <a:solidFill>
            <a:srgbClr val="BB9A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698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Sagen, was gebaut wird — mit einem Satz starten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554480"/>
            <a:ext cx="54864" cy="457200"/>
          </a:xfrm>
          <a:prstGeom prst="rect">
            <a:avLst/>
          </a:prstGeom>
          <a:solidFill>
            <a:srgbClr val="7AA2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184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KI-Arbeitsregeln via CLAUDE.md festlegen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2103120"/>
            <a:ext cx="54864" cy="457200"/>
          </a:xfrm>
          <a:prstGeom prst="rect">
            <a:avLst/>
          </a:prstGeom>
          <a:solidFill>
            <a:srgbClr val="FF9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00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erstellen und Phase-Reihenfolge festlegen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2651760"/>
            <a:ext cx="54864" cy="457200"/>
          </a:xfrm>
          <a:prstGeom prst="rect">
            <a:avLst/>
          </a:prstGeom>
          <a:solidFill>
            <a:srgbClr val="7DC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157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Design-Direktor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Visuelles Feedback, Pixel-genaue Anpassungen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3200400"/>
            <a:ext cx="54864" cy="457200"/>
          </a:xfrm>
          <a:prstGeom prst="rect">
            <a:avLst/>
          </a:prstGeom>
          <a:solidFill>
            <a:srgbClr val="73DAC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644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Datenmanager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00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API-Keys erstellen, externe Dienste verbinden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" y="3749040"/>
            <a:ext cx="54864" cy="457200"/>
          </a:xfrm>
          <a:prstGeom prst="rect">
            <a:avLst/>
          </a:prstGeom>
          <a:solidFill>
            <a:srgbClr val="F776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1304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QA-Tester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2004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KI-Fertigmeldungen in der Praxis überprüfen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" y="4297680"/>
            <a:ext cx="54864" cy="457200"/>
          </a:xfrm>
          <a:prstGeom prst="rect">
            <a:avLst/>
          </a:prstGeom>
          <a:solidFill>
            <a:srgbClr val="9ECE6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61688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mit pm2 starten und verwalten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Issue-basierter Entwicklungsworkflow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Aufgabe beginnt mit einem GitHub Issue — Entwicklung, Review und Merge pro Issue.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16459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Meilensteinplanung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 in Meilensteine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aufteilen und ordnen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7160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9260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Issue-Erstellung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Struktur-/Feature-Issues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Tidy First trennen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1371600"/>
            <a:ext cx="54864" cy="16459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0749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Agentenentwicklung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 Issue erstellen,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Spezialagent entwickelt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8660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86600" y="1371600"/>
            <a:ext cx="54864" cy="16459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237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automatisch, mergt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 Issue enthält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PRD-Referenz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Abschnittsnummern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8892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0" name="Text 27"/>
          <p:cNvSpPr/>
          <p:nvPr/>
        </p:nvSpPr>
        <p:spPr>
          <a:xfrm>
            <a:off x="28803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Zugewiesener Agent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803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feature-dev usw.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Detailentwurf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Dateien, API, DB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08660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6" name="Text 33"/>
          <p:cNvSpPr/>
          <p:nvPr/>
        </p:nvSpPr>
        <p:spPr>
          <a:xfrm>
            <a:off x="717804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Testplan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780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Red→Green→Refactor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Spezialisiertes Agententeam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Rollenbasierte Spezialagenten als Team organisiert für parallele Arbeit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260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Architektur-Design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Moduldesign, Schnittstellendefinition, Issue-Planung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feature-dev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Server-Entwickler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Backend-Features, API, DB, Sammler-Entwicklung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478024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478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9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26080" y="2478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Frontend-Entwickler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6320" y="2478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React-Komponenten, Seiten, State-Management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2871216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UX/UI-Designer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Prototypen, Layout, Theme, Responsive-Design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264408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264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6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92608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PR-Review, Qualitätssicherung, Verbesserungsvorschläge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DA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code-explorer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926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Code-Analyst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erkunden, Ausführungspfade verfolgen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050792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code-simplifier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92608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Code-Organiser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4632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strukturelle Änderungen, Refactoring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080" y="4526280"/>
            <a:ext cx="54864" cy="50292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39" name="Text 36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Praxisbeispiel: In M4-5 arbeiteten 5 Agenten gleichzeitig via Worktree → 5 Komponenten parallel entwickelt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Der Bauplan für die KI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(Product Requirements Document) definiert 'was gebaut wird'. Die KI führt alle Arbeiten basierend auf diesem Dokument durch.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Projektübersicht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Zweck, Hintergrund,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Zielbenutzer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" cy="9144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Technologie-Stack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DB,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API-Liste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4864" cy="91440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Kernfunktionen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Funktionsspezifische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detaillierte Anforderungen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UI/UX-Anforderungen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responsives Design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468880"/>
            <a:ext cx="54864" cy="91440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Stufen-Ziele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468880"/>
            <a:ext cx="54864" cy="9144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Anlage: Datenquellen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API-URL, Auth,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Beschränkungen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Issue → KI-Entwicklungs-Schleife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schreiben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Meilensteine trennen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erstellen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Agent-Entwicklung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Review+Merge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aktualisieren ⟳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1: Planer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"Sagen, was gebaut wird" — mit einem Satz starten und durch Gespräche wachsen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146304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8328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möchte ein Dashboard zur Überwachung der internationalen Lage erstellen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4630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224028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 fügen Sie auch Tanker und LPG-Schiffe im Nahen Osten hinzu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240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301752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017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Fügen Sie heimische/US-Aktien, Rohöl- und Goldpreise hinzu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11:54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379476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möchte auch die Überwachung der Flughafenbetriebe in Dubai einbeziehen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3794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22:01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Sie benötigen von Anfang an keine perfekte Spezifikation. Starten Sie mit einem Satz und wachsen Sie durch Gespräche.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2: Architekt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'Mitarbeiterhandbuch' für KI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Fester Tech-Stack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Prisma +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 nutzt jedes Mal gleiche Tools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Entwicklungsprinzipien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(Red→Green→Refactor)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(strukturelle Änderung zuerst)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Git-Flow + GitHub Issues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Konsistenter Arbeitsprozess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Spezialist-Agenten-Liste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code-architect, feature-dev, etc.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Rollenbasiertes KI-Team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Wenn dieses Dokument gut geschrieben ist, arbeitet die KI jedes Mal konsistent auf gleicher Qualitätsstufe.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3~7 Zusammenfassung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64008" cy="36576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— Issue-Verwaltung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Phase-Reihenfolge, Issue-Nummern, sequenziell/parallel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Unterschiede direkt in Markdown geschrieben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 (seq): #27→#28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 (par): #29,#30,#31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 (seq): #32→#33→#34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005840"/>
            <a:ext cx="64008" cy="3657600"/>
          </a:xfrm>
          <a:prstGeom prst="rect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Design-Direktor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Pixel-genaues Feedback.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Sagen Sie, was Sie sehen, KI behebt 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"Nachrichtenhöhe 640px→650→670→690"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"Tokyo Night Stil"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"Zu farbenfroh, zu viele Farben"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005840"/>
            <a:ext cx="64008" cy="36576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+ QA + 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Issue-API-Keys, 'fertig'-Berichte der KI überprüfen,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mit pm2 verwalten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"EK-Flug fehlt"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"Sollte UPDATE nicht INSERT sein"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"pm2 neu starten?"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Kernmuster des Vibe Coding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 → Dokument → Gespräch Schleife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wird nicht einmal geschrieben und ist fertig. Neue Anforderung → PRD aktualisieren → Issues erstellen → Agent-Entwicklung → Review → PRD neu aktualisieren Zyklus.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 Anweisungsschrift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"mach es" Phase-Reihenfolge, Issue-Nummern, sequenziell/parallel Unterschied, Branchname in Markdown schreiben und teilen.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Agenten-Team-Betrieb + Worktree-Parallelisierung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Rollenbasierte Spezialagenten als Team komponieren. Simultane Arbeit via Git Worktree auf unabhängigen Branches → code-reviewer überprüft → mergt.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~6-Stunden-Entwicklungs-Zeitleiste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Stunden tatsächliche menschliche Arbeit aus ~21 Stunden Wanduhr (analysiert nach 5-Minuten-Nachrichtenintervall)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737360" y="1188720"/>
            <a:ext cx="0" cy="365760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12618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mit einem Satz starten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"Ich möchte ein Dashboard zur Überwachung der internationalen Lage bauen"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1719072"/>
            <a:ext cx="201168" cy="201168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frontend-design Agent erstellt UI-Prototyp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HTML-Prototyp erstellt → visuelles Feedback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27632" y="2176272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Architekturentscheidung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Git-Flow, Tidy First, Agenten-Liste definiert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27632" y="26334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 generiert M1-Issues automatisch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#3~#10: Prisma, Nachrichten, Märkte, Schiffe, KI-Analyse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27632" y="30906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Agenten parallele Entwicklung mit Worktree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Nachrichten+Märkte+Schiffe Sammler gleichzeitig implementiert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354787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" y="3474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13:52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0312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 PR-Auto-Review-Schleife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#17,#19,#20,#21 sequenzielles Review → Feedback → Merge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27632" y="400507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21:43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Frontend — strukturierte Anweisungen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the following plan" + React 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27632" y="44622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22:01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0312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Dubai-Flughafenananforderung hinzugefügt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Füge PRD-Abschnitt 4.8 hinzu → erstelle Issues #27~#34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~6-Stunden-Entwicklungs-Zeitleiste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737360" y="914400"/>
            <a:ext cx="0" cy="393192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98755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914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23:31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Flughafen-Layout — 3 Agenten parallel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sequenziell/parallel Anweisungen. 3 Sammler in 5 Minuten fertig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472184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1399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00:04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— Übersetzung/Auth/Keys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399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Gemini-Kontingent, OpenSky OAuth2, AIS-Schlüsselrotation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27632" y="195681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03:16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Agenten großflächige UI-Entwicklung (M4-5)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883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NewsFeed, Airport, Issue, TopBar, Map parallel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27632" y="2441448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06:53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368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Mehrsprachigkeit anwenden (KO/EN/JA)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3682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#60 — feature-dev Agent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27632" y="2926080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Night Design + Tablet-Benutzeroberfläche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852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"Tokyo Night Stil" → 20 Dateien CSS ersetzt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7632" y="341071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3337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Kritischer INSERT vs UPDATE Bug gefunden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entdeckte Logikfehler, den KI durch DB-Inspektion vermisste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895344"/>
            <a:ext cx="201168" cy="20116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Pixel-Ebenen-Design-Feedback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Höhe, Schrift, Farbe, Layout Mikro-Anpassungen wiederholt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27632" y="437997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08:50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aktualisieren + Projektabschluss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43068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CLAUDE.md, README alle auf neuesten Stand aktualisiert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7AA2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Lektionen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Definieren Sie das Problem klar. KI löst klar definierte Probleme am besten.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Geben Sie Anweisungen klar. 'Machen Sie dies in dieser Reihenfolge' ist 10x effektiver als 'machen Sie es.'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322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 Sie Experten an (Agenten). Betreiben Sie Server, Front, Designer als Team.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980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Verwenden Sie CLAUDE.md, um die Arbeitsregeln der KI festzulegen. Dies ist der Schlüssel zu konsistenter Qualität.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Verwalten Sie Arbeit mit Issues. Issues sind KI-Arbeitsanweisungen.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wenn die KI 'fertig' sagt, überprüfen Sie immer mit Ihren eigenen Augen.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BB9AF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Definieren Sie das Problem.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Geben Sie klare Anweisungen.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 Sie Experten an.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017520"/>
            <a:ext cx="54864" cy="11887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 Sie das Problem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dar, das gelöst werden soll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3017520"/>
            <a:ext cx="54864" cy="11887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Anweisungen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Kommunizieren Sie Phase, Issues, Reihenfolge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strukturiertem 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17520"/>
            <a:ext cx="54864" cy="11887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Experten anvertrauen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Übergeben Sie an Server, Front, Designer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Agenten-Team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Affairs Dashboard — 2026.03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Vibe-Coding-Leitfaden — Wie ein Nicht-Entwickler mit einem KI-Agententeam ein Dashboard in ~6h baute</dc:title>
  <dc:subject>PptxGenJS Presentation</dc:subject>
  <dc:creator>Jonan (smallmiro)</dc:creator>
  <cp:lastModifiedBy>Jonan (smallmiro)</cp:lastModifiedBy>
  <cp:revision>1</cp:revision>
  <dcterms:created xsi:type="dcterms:W3CDTF">2026-03-14T10:41:17Z</dcterms:created>
  <dcterms:modified xsi:type="dcterms:W3CDTF">2026-03-14T10:41:17Z</dcterms:modified>
</cp:coreProperties>
</file>