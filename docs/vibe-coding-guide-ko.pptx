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7AA2F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834640" y="731520"/>
            <a:ext cx="3474720" cy="411480"/>
          </a:xfrm>
          <a:prstGeom prst="rect">
            <a:avLst>
              <a:gd name="adj" fmla="val 44444"/>
            </a:avLst>
          </a:prstGeom>
          <a:solidFill>
            <a:srgbClr val="1A1B26"/>
          </a:solidFill>
          <a:ln w="19050">
            <a:solidFill>
              <a:srgbClr val="BB9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731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비개발자가 AI 에이전트 팀으로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대시보드를 만든 ~6시간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전문 에이전트 팀과의 실제 대화 기록 분석 기반 바이브 코딩 가이드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실제 투입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이슈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에이전트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소개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 정세 모니터링 대시보드 "SIGINT"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12801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수집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GDELT, RSS, Playwright 스크래핑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554480"/>
            <a:ext cx="64008" cy="12801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시장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주식, 원자재, 환율 실시간 모니터링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54480"/>
            <a:ext cx="64008" cy="128016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선박 추적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데이터 기반 중동 해역 모니터링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08960"/>
            <a:ext cx="64008" cy="12801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두바이 공항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항공기 위치, 운항 현황, 7일 타임라인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108960"/>
            <a:ext cx="64008" cy="128016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감성 분석, 요약, 브리핑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108960"/>
            <a:ext cx="64008" cy="128016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/ 영어 / 일본어 자동 번역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7315200" cy="7315200"/>
          </a:xfrm>
          <a:prstGeom prst="ellipse">
            <a:avLst/>
          </a:prstGeom>
          <a:solidFill>
            <a:srgbClr val="BB9A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코딩에서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사람은 코드를 쓰지 않지만,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7가지 역할을 수행한다.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에이전트 팀을 구성하고 지휘하는 것이 핵심.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대화 히스토리 4개 세션(~10,000 라인)에서 추출한 패턴입니다.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비개발자의 7가지 역할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457200"/>
          </a:xfrm>
          <a:prstGeom prst="rect">
            <a:avLst/>
          </a:prstGeom>
          <a:solidFill>
            <a:srgbClr val="BB9A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698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기획자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뭘 만들 건지 말하기 — 한 문장으로 시작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554480"/>
            <a:ext cx="54864" cy="457200"/>
          </a:xfrm>
          <a:prstGeom prst="rect">
            <a:avLst/>
          </a:prstGeom>
          <a:solidFill>
            <a:srgbClr val="7AA2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1848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설계자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CLAUDE.md로 AI 작업 규칙 정하기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2103120"/>
            <a:ext cx="54864" cy="457200"/>
          </a:xfrm>
          <a:prstGeom prst="rect">
            <a:avLst/>
          </a:prstGeom>
          <a:solidFill>
            <a:srgbClr val="FF9E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6712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004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이슈를 만들고 Phase별 순서 정하기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2651760"/>
            <a:ext cx="54864" cy="457200"/>
          </a:xfrm>
          <a:prstGeom prst="rect">
            <a:avLst/>
          </a:prstGeom>
          <a:solidFill>
            <a:srgbClr val="7DC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1576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디렉터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20040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눈으로 보고 픽셀 단위 피드백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3200400"/>
            <a:ext cx="54864" cy="457200"/>
          </a:xfrm>
          <a:prstGeom prst="rect">
            <a:avLst/>
          </a:prstGeom>
          <a:solidFill>
            <a:srgbClr val="73DAC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6440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관리자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20040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발급, 외부 서비스 연결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9" name="Shape 22"/>
          <p:cNvSpPr/>
          <p:nvPr/>
        </p:nvSpPr>
        <p:spPr>
          <a:xfrm>
            <a:off x="640080" y="3749040"/>
            <a:ext cx="54864" cy="457200"/>
          </a:xfrm>
          <a:prstGeom prst="rect">
            <a:avLst/>
          </a:prstGeom>
          <a:solidFill>
            <a:srgbClr val="F7768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13048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테스터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320040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완료 보고를 실제로 검증하기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Shape 26"/>
          <p:cNvSpPr/>
          <p:nvPr/>
        </p:nvSpPr>
        <p:spPr>
          <a:xfrm>
            <a:off x="640080" y="4297680"/>
            <a:ext cx="54864" cy="457200"/>
          </a:xfrm>
          <a:prstGeom prst="rect">
            <a:avLst/>
          </a:prstGeom>
          <a:solidFill>
            <a:srgbClr val="9ECE6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61688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7160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운영자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320040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pm2로 시스템 띄우고 관리하기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기반 개발 워크플로우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작업은 GitHub 이슈를 먼저 만들고, 이슈 단위로 개발/리뷰/머지합니다.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16459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 계획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목표를 마일스톤으로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나누고 순서를 정한다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371600"/>
            <a:ext cx="54864" cy="16459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9260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생성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기준으로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구조/기능 이슈 분리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37760" y="1371600"/>
            <a:ext cx="54864" cy="16459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07492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개발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이슈별 브랜치 생성 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에이전트가 개발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8660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86600" y="1371600"/>
            <a:ext cx="54864" cy="164592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19"/>
          <p:cNvSpPr/>
          <p:nvPr/>
        </p:nvSpPr>
        <p:spPr>
          <a:xfrm>
            <a:off x="72237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2237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리뷰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2376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리뷰 후 머지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이슈에 담기는 정보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참조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번호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8892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0" name="Text 27"/>
          <p:cNvSpPr/>
          <p:nvPr/>
        </p:nvSpPr>
        <p:spPr>
          <a:xfrm>
            <a:off x="288036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에이전트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8036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feature-dev 등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3776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설계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920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파일, API, DB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08660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6" name="Text 33"/>
          <p:cNvSpPr/>
          <p:nvPr/>
        </p:nvSpPr>
        <p:spPr>
          <a:xfrm>
            <a:off x="717804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계획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17804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Red→Green→Refactor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에이전트 팀 구성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AI가 아닌 역할별 전문 에이전트를 팀처럼 구성하여 병렬 작업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92608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업무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code-architect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260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설계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설계, 인터페이스 정의, 이슈 계획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2084832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084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feature-dev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2608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개발자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2084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기능 구현, API, DB, 수집기 개발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2478024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4780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9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926080" y="24780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개발자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46320" y="2478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컴포넌트, 페이지, 상태 관리 구현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" y="2871216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2871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2608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디자이너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871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프로토타입, 레이아웃, 테마, 반응형 설계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" y="3264408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3264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6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92608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리뷰어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46320" y="3264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리뷰, 품질 검증, 개선 지시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DA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code-explorer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9260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분석가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코드 파악, 실행 경로 추적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" y="4050792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050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code-simplifier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92608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정리자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46320" y="4050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구조적 변경, 리팩토링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8" name="Shape 35"/>
          <p:cNvSpPr/>
          <p:nvPr/>
        </p:nvSpPr>
        <p:spPr>
          <a:xfrm>
            <a:off x="640080" y="4526280"/>
            <a:ext cx="54864" cy="50292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39" name="Text 36"/>
          <p:cNvSpPr/>
          <p:nvPr/>
        </p:nvSpPr>
        <p:spPr>
          <a:xfrm>
            <a:off x="914400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사례: M4-5에서 5개 에이전트 Worktree 동시 작업 → 5개 컴포넌트 병렬 개발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— AI에게 주는 프로젝트 설계도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PRD(Product Requirements Document)는 '무엇을 만들 것인가'를 정의하는 문서. AI가 이 문서를 기준으로 모든 작업 수행.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목적, 배경,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사용자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371600"/>
            <a:ext cx="54864" cy="9144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프레임워크, DB,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목록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54864" cy="91440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정의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기능별 상세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요구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설계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2468880"/>
            <a:ext cx="54864" cy="91440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 계획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M1~M7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목표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468880"/>
            <a:ext cx="54864" cy="9144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부록: 데이터 소스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URL, 인증,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 사항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이슈 → AI 개발 루프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작성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 분리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생성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개발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리뷰+머지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갱신 ⟳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1: 기획자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"뭘 만들 건지 말하기" — 한 문장으로 시작해서 대화하며 키운다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200400" y="146304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8328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 정세 시국을 모니터링하는 대시보드를 만들고 싶네요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4630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11:36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224028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2240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중동 유조선이나 LPG선도 추가해주세요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2240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11:37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301752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017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국내/미국 주식, 유가, 금 현물도 추가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3017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11:54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379476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두바이 공항 운항 모니터링도 넣고 싶어요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63840" y="3794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22:01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처음부터 완벽한 기획서가 필요 없다. 한 문장으로 시작해서 대화하며 키운다.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2: 설계자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= AI에게 주는 '사원 핸드북'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고정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Prisma + SQLite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AI가 매번 같은 도구를 사용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원칙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(Red→Green→Refactor)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(구조 변경 우선)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Git-Flow + GitHub 이슈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일관된 작업 절차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에이전트 목록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code-architect, feature-dev 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역할별 AI 팀 구성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이 문서가 잘 작성되면 AI가 매번 같은 수준으로 일관되게 작업합니다.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3~7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64008" cy="36576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— 이슈 관리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Phase별 순서, 이슈 번호, 순차/병렬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구분까지 마크다운으로 직접 작성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1(순차): #27→#28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2(병렬): #29,#30,#31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3(순차): #32→#33→#34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005840"/>
            <a:ext cx="64008" cy="3657600"/>
          </a:xfrm>
          <a:prstGeom prst="rect">
            <a:avLst/>
          </a:prstGeom>
          <a:solidFill>
            <a:srgbClr val="7DCFF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디렉터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단위까지 피드백.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보이는 대로 말하면 AI가 고친다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"뉴스 높이 640px→650→670→690"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"Tokyo Night 풍으로"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"너무 혼자만 칼라풀"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005840"/>
            <a:ext cx="64008" cy="36576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+ QA + 운영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발급, AI '완료' 보고 검증,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pm2로 서버 관리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"EK 비행기가 없는데요"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"INSERT가 아니라 UPDATE여야"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"pm2 재시작해야 하는 거?"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 3대 핵심 패턴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10515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→ 문서 → 대화 루프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PRD를 한번 쓰고 끝이 아닙니다. 새 요구사항 → PRD 갱신 → 이슈 생성 → 에이전트 개발 → 리뷰 → PRD 재갱신 순환.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64008" cy="10515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지시서 작성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"해줘" 대신 Phase별 순서, 이슈 번호, 순차/병렬 구분, 브랜치명까지 마크다운으로 작성해서 전달.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57600"/>
            <a:ext cx="64008" cy="10515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팀 운영 + Worktree 병렬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전문 에이전트를 팀처럼 구성. Git Worktree로 독립 브랜치 동시 작업 → code-reviewer가 리뷰 → 머지.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~6시간 개발 타임라인 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벽시계 ~21시간 중 사람 실제 투입 약 6시간 (메시지 간격 5분 기준 분석)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737360" y="1188720"/>
            <a:ext cx="0" cy="365760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12618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1188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11:36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0312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문장으로 프로젝트 시작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"국제 정세 대시보드를 만들고 싶네요"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27632" y="1719072"/>
            <a:ext cx="201168" cy="201168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11:45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frontend-design 에이전트로 UI 프로토타입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프로토타입 생성 → 시각적 피드백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27632" y="2176272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12:21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03120" y="2103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아키텍처 결정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TDD, Git-Flow, Tidy First, 에이전트 목록 정의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27632" y="26334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12:33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312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code-architect가 M1 이슈 자동 생성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#3~#10: Prisma, 뉴스, 시장, 선박, AI 분석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27632" y="30906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13:14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03120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에이전트 Worktree 병렬 개발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뉴스+시장+선박 수집기 동시 구현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27632" y="354787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" y="3474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13:52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0312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 PR 자동 리뷰 루프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#17,#19,#20,#21 순차 리뷰 → 피드백 → 머지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27632" y="400507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21:43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03120" y="3931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프론트엔드 — 구조화된 지시서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 the following plan" + React Query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27632" y="44622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22:01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0312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두바이 공항 요구사항 추가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섹션 4.8 추가 → 이슈 #27~#34 생성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~6시간 개발 타임라인 (2/2)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737360" y="914400"/>
            <a:ext cx="0" cy="393192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7632" y="98755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914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23:31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03120" y="914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공항 배치 — 3개 에이전트 병렬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94960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순차/병렬 지시. 5분 만에 3개 수집기 완료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7632" y="1472184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" y="1399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00:04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— 번역/인증/키 변경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399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쿼터, OpenSky OAuth2, AIS 키 갱신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27632" y="195681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03:16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3120" y="1883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에이전트 대규모 UI 개발 (M4-5)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8836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NewsFeed, Airport, Issue, TopBar, Map 병렬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27632" y="2441448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06:53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368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다국어 (KO/EN/JA) 적용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3682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#60 — feature-dev 에이전트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27632" y="2926080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Night 테마 + 태블릿 UI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2852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"Tokyo Night 풍으로" → 20개 파일 CSS 교체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27632" y="341071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3337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07:35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3337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vs UPDATE 핵심 버그 발견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놓친 로직 오류를 사람이 DB 확인으로 발견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895344"/>
            <a:ext cx="201168" cy="201168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" y="3822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07:39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03120" y="3822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단위 디자인 피드백 연속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822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높이, 글꼴, 색상, 레이아웃 미세 조정 반복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27632" y="437997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" y="4306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08:50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03120" y="4306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현행화 + 프로젝트 완료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43068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CLAUDE.md, README 모두 최신 상태로 갱신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7AA2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교훈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005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명확히 정의하라. AI는 잘 정의된 문제를 가장 잘 해결한다.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664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업무를 명확하게 지시하라. "해줘"보다 "이 순서로 해줘"가 10배 효과적이다.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3225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전문가(에이전트)에게 맡겨라. 서버, 프론트, 디자이너를 팀처럼 운영하라.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809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29809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CLAUDE.md로 AI의 작업 규칙을 정하라. 일관된 품질의 핵심이다.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393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6393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이슈로 작업을 관리하라. 이슈가 곧 AI의 작업 지시서다.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'완료'라고 해도 반드시 눈으로 확인하라.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BB9AF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정의하고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명확하게 지시하고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전문가에게 맡겨라.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017520"/>
            <a:ext cx="54864" cy="11887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해결할 문제를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명확히 말한다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3017520"/>
            <a:ext cx="54864" cy="11887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명확한 지시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Phase, 이슈, 순서를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구조화해서 전달한다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3017520"/>
            <a:ext cx="54864" cy="11887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전문가에게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서버, 프론트, 디자이너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팀에게 맡긴다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Affairs Dashboard — 2026.03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바이브 코딩 가이드 — 비개발자가 AI 에이전트 팀으로 대시보드를 만든 ~6시간</dc:title>
  <dc:subject>PptxGenJS Presentation</dc:subject>
  <dc:creator>주난 (smallmiro)</dc:creator>
  <cp:lastModifiedBy>주난 (smallmiro)</cp:lastModifiedBy>
  <cp:revision>1</cp:revision>
  <dcterms:created xsi:type="dcterms:W3CDTF">2026-03-14T10:41:17Z</dcterms:created>
  <dcterms:modified xsi:type="dcterms:W3CDTF">2026-03-14T10:41:17Z</dcterms:modified>
</cp:coreProperties>
</file>