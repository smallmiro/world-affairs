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-914400"/>
            <a:ext cx="5486400" cy="5486400"/>
          </a:xfrm>
          <a:prstGeom prst="ellipse">
            <a:avLst/>
          </a:prstGeom>
          <a:solidFill>
            <a:srgbClr val="7AA2F7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834640" y="731520"/>
            <a:ext cx="3474720" cy="411480"/>
          </a:xfrm>
          <a:prstGeom prst="rect">
            <a:avLst>
              <a:gd name="adj" fmla="val 44444"/>
            </a:avLst>
          </a:prstGeom>
          <a:solidFill>
            <a:srgbClr val="1A1B26"/>
          </a:solidFill>
          <a:ln w="19050">
            <a:solidFill>
              <a:srgbClr val="BB9A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34640" y="7315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914400" y="146304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un non-développeur a créé un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avec une équipe d'agents IA en ~6h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2004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 vibe coding basé sur les vrais logs de conversation avec l'équipe d'agents de Claude Code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~6h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0972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humain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01752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01752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93776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GitHub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3931920"/>
            <a:ext cx="1645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85800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spécialisés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surveillance mondiale « SIGINT »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64008" cy="12801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 d'actualités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GDELT, RSS, Playwright scraping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554480"/>
            <a:ext cx="64008" cy="12801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Marchés financiers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Actions, matières premières, devises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554480"/>
            <a:ext cx="64008" cy="128016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691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 navires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maritime Moyen-Orient AIS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" cy="12801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Aéroport de Dubaï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avions, statut ops, timeline 7j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474720" y="3108960"/>
            <a:ext cx="64008" cy="128016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API — sentiment, résumé, briefing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108960"/>
            <a:ext cx="2560320" cy="12801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3108960"/>
            <a:ext cx="64008" cy="128016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92240" y="36576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Coréen / Anglais / Japonais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7315200" cy="7315200"/>
          </a:xfrm>
          <a:prstGeom prst="ellipse">
            <a:avLst/>
          </a:prstGeom>
          <a:solidFill>
            <a:srgbClr val="BB9A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CLÉ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7315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vibe coding,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l'humain n'écrit pas de code,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remplit 7 rôles.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L'essentiel est d'organiser et diriger une équipe d'agents spécialisés.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extraits de 4 sessions réelles (~10 000 lignes).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 rôles du non-développeur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05840"/>
            <a:ext cx="54864" cy="457200"/>
          </a:xfrm>
          <a:prstGeom prst="rect">
            <a:avLst/>
          </a:prstGeom>
          <a:solidFill>
            <a:srgbClr val="BB9AF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0698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0058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Planificateur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0" y="10058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 quoi construire — commencer par une phrase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15544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6"/>
          <p:cNvSpPr/>
          <p:nvPr/>
        </p:nvSpPr>
        <p:spPr>
          <a:xfrm>
            <a:off x="640080" y="1554480"/>
            <a:ext cx="54864" cy="457200"/>
          </a:xfrm>
          <a:prstGeom prst="rect">
            <a:avLst/>
          </a:prstGeom>
          <a:solidFill>
            <a:srgbClr val="7AA2F7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618488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3200400" y="15544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Définir les règles via CLAUDE.md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40080" y="210312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4" name="Shape 10"/>
          <p:cNvSpPr/>
          <p:nvPr/>
        </p:nvSpPr>
        <p:spPr>
          <a:xfrm>
            <a:off x="640080" y="2103120"/>
            <a:ext cx="54864" cy="457200"/>
          </a:xfrm>
          <a:prstGeom prst="rect">
            <a:avLst/>
          </a:prstGeom>
          <a:solidFill>
            <a:srgbClr val="FF9E64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6712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2103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200400" y="2103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des issues et définir l'ordre des phases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40080" y="265176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9" name="Shape 14"/>
          <p:cNvSpPr/>
          <p:nvPr/>
        </p:nvSpPr>
        <p:spPr>
          <a:xfrm>
            <a:off x="640080" y="2651760"/>
            <a:ext cx="54864" cy="457200"/>
          </a:xfrm>
          <a:prstGeom prst="rect">
            <a:avLst/>
          </a:prstGeom>
          <a:solidFill>
            <a:srgbClr val="7DC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715768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265176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Dir. Design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3200400" y="2651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visuel, ajustements au pixel près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4" name="Shape 18"/>
          <p:cNvSpPr/>
          <p:nvPr/>
        </p:nvSpPr>
        <p:spPr>
          <a:xfrm>
            <a:off x="640080" y="3200400"/>
            <a:ext cx="54864" cy="457200"/>
          </a:xfrm>
          <a:prstGeom prst="rect">
            <a:avLst/>
          </a:prstGeom>
          <a:solidFill>
            <a:srgbClr val="73DACA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264408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71600" y="32004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Gest. Données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3200400" y="3200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Émettre les clés API, connecter les services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40080" y="374904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9" name="Shape 22"/>
          <p:cNvSpPr/>
          <p:nvPr/>
        </p:nvSpPr>
        <p:spPr>
          <a:xfrm>
            <a:off x="640080" y="3749040"/>
            <a:ext cx="54864" cy="457200"/>
          </a:xfrm>
          <a:prstGeom prst="rect">
            <a:avLst/>
          </a:prstGeom>
          <a:solidFill>
            <a:srgbClr val="F7768E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3813048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371600" y="3749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Testeur QA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320040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les rapports 'terminé' de l'IA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40080" y="4297680"/>
            <a:ext cx="7863840" cy="4572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Shape 26"/>
          <p:cNvSpPr/>
          <p:nvPr/>
        </p:nvSpPr>
        <p:spPr>
          <a:xfrm>
            <a:off x="640080" y="4297680"/>
            <a:ext cx="54864" cy="457200"/>
          </a:xfrm>
          <a:prstGeom prst="rect">
            <a:avLst/>
          </a:prstGeom>
          <a:solidFill>
            <a:srgbClr val="9ECE6A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8680" y="4361688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371600" y="42976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Opérateur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3200400" y="42976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Lancer et gérer les systèmes avec pm2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développement par issues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tâche commence par une GitHub Issue — développer, réviser et merger par issue.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0080" y="1371600"/>
            <a:ext cx="54864" cy="16459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77724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jalons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Diviser les objectifs en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jalons et définir l'ordre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8892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88920" y="1371600"/>
            <a:ext cx="54864" cy="16459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2" name="Text 9"/>
          <p:cNvSpPr/>
          <p:nvPr/>
        </p:nvSpPr>
        <p:spPr>
          <a:xfrm>
            <a:off x="292608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292608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d'issues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2608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issues structure/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 via Tidy First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93776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937760" y="1371600"/>
            <a:ext cx="54864" cy="16459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7" name="Text 14"/>
          <p:cNvSpPr/>
          <p:nvPr/>
        </p:nvSpPr>
        <p:spPr>
          <a:xfrm>
            <a:off x="507492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Text 15"/>
          <p:cNvSpPr/>
          <p:nvPr/>
        </p:nvSpPr>
        <p:spPr>
          <a:xfrm>
            <a:off x="507492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agent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07492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branche par issue,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l'agent spécialisé développe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7086600" y="1371600"/>
            <a:ext cx="1920240" cy="16459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086600" y="1371600"/>
            <a:ext cx="54864" cy="164592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19"/>
          <p:cNvSpPr/>
          <p:nvPr/>
        </p:nvSpPr>
        <p:spPr>
          <a:xfrm>
            <a:off x="7223760" y="14173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3" name="Text 20"/>
          <p:cNvSpPr/>
          <p:nvPr/>
        </p:nvSpPr>
        <p:spPr>
          <a:xfrm>
            <a:off x="7223760" y="19202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Revue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23760" y="22860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code-reviewer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révise auto puis merge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40080" y="3291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de chaque issue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4008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7" name="Text 24"/>
          <p:cNvSpPr/>
          <p:nvPr/>
        </p:nvSpPr>
        <p:spPr>
          <a:xfrm>
            <a:off x="73152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PRD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3152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de section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8892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0" name="Text 27"/>
          <p:cNvSpPr/>
          <p:nvPr/>
        </p:nvSpPr>
        <p:spPr>
          <a:xfrm>
            <a:off x="288036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assigné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288036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feature-dev etc.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493776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3" name="Text 30"/>
          <p:cNvSpPr/>
          <p:nvPr/>
        </p:nvSpPr>
        <p:spPr>
          <a:xfrm>
            <a:off x="502920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détaillé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02920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Fichiers, API, DB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086600" y="3749040"/>
            <a:ext cx="1920240" cy="8229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6" name="Text 33"/>
          <p:cNvSpPr/>
          <p:nvPr/>
        </p:nvSpPr>
        <p:spPr>
          <a:xfrm>
            <a:off x="7178040" y="37947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test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178040" y="41148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Red→Green→Refactor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d'agents spécialisés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spécialisés par rôle organisés en équipe pour le travail parallèle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2801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2926080" y="1280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Responsabilités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1691640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0" name="Text 7"/>
          <p:cNvSpPr/>
          <p:nvPr/>
        </p:nvSpPr>
        <p:spPr>
          <a:xfrm>
            <a:off x="8229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A2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code-architect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2608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46320" y="169164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Conception modulaire, définition d'interfaces, planification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40080" y="2084832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14" name="Text 11"/>
          <p:cNvSpPr/>
          <p:nvPr/>
        </p:nvSpPr>
        <p:spPr>
          <a:xfrm>
            <a:off x="822960" y="20848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ECE6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feature-dev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926080" y="2084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serveur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46320" y="20848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backend, API, DB, collecteurs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2478024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247802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B9AF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926080" y="247802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Développeur frontend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46320" y="247802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React, pages, gestion d'état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640080" y="2871216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22" name="Text 19"/>
          <p:cNvSpPr/>
          <p:nvPr/>
        </p:nvSpPr>
        <p:spPr>
          <a:xfrm>
            <a:off x="822960" y="287121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C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frontend-design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926080" y="287121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UX/UI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46320" y="287121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Prototypes, mise en page, thème, responsive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640080" y="3264408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6" name="Text 23"/>
          <p:cNvSpPr/>
          <p:nvPr/>
        </p:nvSpPr>
        <p:spPr>
          <a:xfrm>
            <a:off x="822960" y="32644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7768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code-reviewer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2926080" y="3264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de code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846320" y="32644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 de PR, assurance qualité, améliorations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solidFill>
            <a:srgbClr val="1A1B26"/>
          </a:solidFill>
          <a:ln/>
        </p:spPr>
      </p:sp>
      <p:sp>
        <p:nvSpPr>
          <p:cNvPr id="30" name="Text 27"/>
          <p:cNvSpPr/>
          <p:nvPr/>
        </p:nvSpPr>
        <p:spPr>
          <a:xfrm>
            <a:off x="822960" y="36576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DAC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code-explorer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2926080" y="3657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Analyste de code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846320" y="3657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du codebase, traçage des chemins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40080" y="4050792"/>
            <a:ext cx="7863840" cy="36576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34" name="Text 31"/>
          <p:cNvSpPr/>
          <p:nvPr/>
        </p:nvSpPr>
        <p:spPr>
          <a:xfrm>
            <a:off x="822960" y="40507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9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code-simplifier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926080" y="40507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Organisateur code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846320" y="40507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Changements structurels Tidy First, refactoring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640080" y="4526280"/>
            <a:ext cx="7863840" cy="502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38" name="Shape 35"/>
          <p:cNvSpPr/>
          <p:nvPr/>
        </p:nvSpPr>
        <p:spPr>
          <a:xfrm>
            <a:off x="640080" y="4526280"/>
            <a:ext cx="54864" cy="50292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39" name="Text 36"/>
          <p:cNvSpPr/>
          <p:nvPr/>
        </p:nvSpPr>
        <p:spPr>
          <a:xfrm>
            <a:off x="914400" y="45262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réel : En M4-5, 5 agents ont travaillé simultanément via Worktree → 5 composants en parallèle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— Le plan pour l'IA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(Product Requirements Document) définit 'ce qu'il faut construire'. L'IA effectue tous les travaux selon ce document.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4864" cy="91440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projet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Objectif, contexte,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cible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47472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9" name="Shape 7"/>
          <p:cNvSpPr/>
          <p:nvPr/>
        </p:nvSpPr>
        <p:spPr>
          <a:xfrm>
            <a:off x="3474720" y="1371600"/>
            <a:ext cx="54864" cy="91440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6118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technologique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1188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Frameworks, DB,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API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09360" y="137160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9360" y="1371600"/>
            <a:ext cx="54864" cy="91440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 clés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17373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détaillées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fonctionnalité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2468880"/>
            <a:ext cx="54864" cy="9144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Exigences UI/UX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page,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responsive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7472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1" name="Shape 19"/>
          <p:cNvSpPr/>
          <p:nvPr/>
        </p:nvSpPr>
        <p:spPr>
          <a:xfrm>
            <a:off x="3474720" y="2468880"/>
            <a:ext cx="54864" cy="914400"/>
          </a:xfrm>
          <a:prstGeom prst="rect">
            <a:avLst/>
          </a:prstGeom>
          <a:solidFill>
            <a:srgbClr val="F7768E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jalons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M1~M7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par étape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2468880"/>
            <a:ext cx="2560320" cy="914400"/>
          </a:xfrm>
          <a:prstGeom prst="rect">
            <a:avLst/>
          </a:prstGeom>
          <a:solidFill>
            <a:srgbClr val="24283B"/>
          </a:solidFill>
          <a:ln/>
        </p:spPr>
      </p:sp>
      <p:sp>
        <p:nvSpPr>
          <p:cNvPr id="25" name="Shape 23"/>
          <p:cNvSpPr/>
          <p:nvPr/>
        </p:nvSpPr>
        <p:spPr>
          <a:xfrm>
            <a:off x="6309360" y="2468880"/>
            <a:ext cx="54864" cy="9144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26" name="Text 24"/>
          <p:cNvSpPr/>
          <p:nvPr/>
        </p:nvSpPr>
        <p:spPr>
          <a:xfrm>
            <a:off x="644652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Annexe: Sources données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46520" y="28346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API, auth,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3657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PRD → Issue → Développement IA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Écrire PRD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7AA2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5740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Séparer jalons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F9E6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Créer issues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9ECE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9204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 agent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F7768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936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776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Revue+Merge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solidFill>
            <a:srgbClr val="24283B"/>
          </a:solidFill>
          <a:ln w="12700">
            <a:solidFill>
              <a:srgbClr val="BB9A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26680" y="41148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 PRD ⟳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1 : Planificateur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914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"Dire quoi construire" — commencer par une phrase et grandir par la conversation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200400" y="146304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383280" y="14630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veux créer un dashboard pour surveiller les affaires internationales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863840" y="146304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11:36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224028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0" y="22402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aussi les navires citernes et navires GNL du Moyen-Orient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863840" y="224028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11:37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301752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83280" y="3017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Ajoutez les actions nationales/US, pétrole brut et prix de l'or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863840" y="301752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11:54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200400" y="3794760"/>
            <a:ext cx="5303520" cy="594360"/>
          </a:xfrm>
          <a:prstGeom prst="rect">
            <a:avLst/>
          </a:prstGeom>
          <a:solidFill>
            <a:srgbClr val="24283B"/>
          </a:solidFill>
          <a:ln w="8890">
            <a:solidFill>
              <a:srgbClr val="7AA2F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83280" y="379476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voudrais aussi inclure la surveillance des opérations de l'aéroport de Dubaï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863840" y="37947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22:01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: Vous n'avez pas besoin d'une spécification parfaite depuis le début. Commencez par une phrase et grandissez par la conversation.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8720" y="3200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 2 : Architecte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40080" y="868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= 'Manuel de l'employé' pour l'IA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4008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2296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fixe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2296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Prisma + SQLite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L'IA utilise les mêmes outils chaque fois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Principes développement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2296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(Red→Green→Refactor)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First (changement structurel d'abord)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937760" y="146304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206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120640" y="192024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Git-Flow + GitHub Issues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Processus de travail cohérent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937760" y="2926080"/>
            <a:ext cx="393192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120640" y="3017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d'agents spécialisés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20640" y="33832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code-architect, feature-dev, etc.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Équipe IA basée sur les rôles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4572000"/>
            <a:ext cx="7863840" cy="45720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5720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Clé : Quand ce document est bien écrit, l'IA travaille de façon cohérente au même niveau de qualité chaque fois.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Résumé des rôles 3~7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05840"/>
            <a:ext cx="64008" cy="365760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 — Gestion d'issues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Ordre des phases, numéros d'issues, distinction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séquentiel/parallèle écrite directement en markdown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724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1 (seq): #27→#28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2 (par): #29,#30,#31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3 (seq): #32→#33→#34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52044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20440" y="1005840"/>
            <a:ext cx="64008" cy="3657600"/>
          </a:xfrm>
          <a:prstGeom prst="rect">
            <a:avLst/>
          </a:prstGeom>
          <a:solidFill>
            <a:srgbClr val="7DCFFF"/>
          </a:solidFill>
          <a:ln/>
        </p:spPr>
      </p:sp>
      <p:sp>
        <p:nvSpPr>
          <p:cNvPr id="11" name="Text 9"/>
          <p:cNvSpPr/>
          <p:nvPr/>
        </p:nvSpPr>
        <p:spPr>
          <a:xfrm>
            <a:off x="3703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Design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0332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au pixel.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Dites ce que vous voyez, l'IA le corrige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14" name="Text 12"/>
          <p:cNvSpPr/>
          <p:nvPr/>
        </p:nvSpPr>
        <p:spPr>
          <a:xfrm>
            <a:off x="374904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"Hauteur actualités 640px→650→670→690"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"Style Tokyo Night"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"Trop de couleurs"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0" y="1005840"/>
            <a:ext cx="2651760" cy="365760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1005840"/>
            <a:ext cx="64008" cy="3657600"/>
          </a:xfrm>
          <a:prstGeom prst="rect">
            <a:avLst/>
          </a:prstGeom>
          <a:solidFill>
            <a:srgbClr val="73DACA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3DA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+ QA + Ops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83680" y="1554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Émettre les clés API, vérifier les rapports 'terminé'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l'IA, gérer le serveur avec pm2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37960" y="2560320"/>
            <a:ext cx="2377440" cy="1645920"/>
          </a:xfrm>
          <a:prstGeom prst="rect">
            <a:avLst/>
          </a:prstGeom>
          <a:solidFill>
            <a:srgbClr val="1F2335"/>
          </a:solidFill>
          <a:ln/>
        </p:spPr>
      </p:sp>
      <p:sp>
        <p:nvSpPr>
          <p:cNvPr id="20" name="Text 18"/>
          <p:cNvSpPr/>
          <p:nvPr/>
        </p:nvSpPr>
        <p:spPr>
          <a:xfrm>
            <a:off x="6629400" y="265176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"Le vol EK manque"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"Devrait être UPDATE pas INSERT"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"Besoin de redémarrer pm2?"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Patterns clés du Vibe Coding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097280"/>
            <a:ext cx="64008" cy="105156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14300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114300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→ Document → Conversation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508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PRD n'est pas écrit une seule fois et fini. Nouvelle exigence → Mettre à jour PRD → Créer issues → Dév agent → Revue → Remettre à jour PRD cycle.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2377440"/>
            <a:ext cx="64008" cy="1051560"/>
          </a:xfrm>
          <a:prstGeom prst="rect">
            <a:avLst/>
          </a:prstGeom>
          <a:solidFill>
            <a:srgbClr val="FF9E6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423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9E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4231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Rédaction d'instructions structurées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788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lieu de "fais-le", écrivez l'ordre des phases, les numéros d'issues, la distinction séquentiel/parallèle, le nom de branche en markdown et partagez.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7863840" cy="105156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657600"/>
            <a:ext cx="64008" cy="105156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03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70332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 équipe agents + Parallélisation Worktree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69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Composer les agents spécialisés par rôle comme une équipe. Travail simultané via Git Worktree sur des branches indépendantes → code-reviewer révise → merge.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développement ~6 heures (1/2)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 heures de travail humain réel sur ~21 heures horloge murale (analysé par intervalle de message 5 minutes)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1737360" y="1188720"/>
            <a:ext cx="0" cy="365760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7632" y="12618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" y="1188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11:36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103120" y="1188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Démarrer le projet avec une phrase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1188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 veux construire un dashboard de surveillance des affaires internationales"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627632" y="1719072"/>
            <a:ext cx="201168" cy="201168"/>
          </a:xfrm>
          <a:prstGeom prst="ellipse">
            <a:avLst/>
          </a:prstGeom>
          <a:solidFill>
            <a:srgbClr val="7DCFFF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" y="1645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11:45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103120" y="1645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frontend-design crée prototype UI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394960" y="1645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HTML créé → retour visuel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627632" y="2176272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" y="2103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12:21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03120" y="2103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décision architecture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394960" y="2103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TDD, Git-Flow, Tidy First, liste agents définie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627632" y="26334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12:33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03120" y="25603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code-architect génère auto issues M1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2560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#3~#10: Prisma, actualités, marchés, navires, analyse IA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27632" y="3090672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" y="30175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13:14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103120" y="30175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agents développement parallèle Worktree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94960" y="30175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Collecteurs actualités+marchés+navires implémentés simultanément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627632" y="354787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" y="34747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13:52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103120" y="34747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auto revue PR code-reviewer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94960" y="34747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#17,#19,#20,#21 revue séquentielle → retour → merge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627632" y="400507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" y="39319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21:43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103120" y="39319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frontend — instructions structurées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94960" y="39319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"Implement the following plan" + React Query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627632" y="4462272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" y="43891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22:01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103120" y="4389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Exigence aéroport Dubaï ajoutée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94960" y="43891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Ajouter section PRD 4.8 → créer issues #27~#34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Chronologie développement ~6 heures (2/2)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737360" y="914400"/>
            <a:ext cx="0" cy="3931920"/>
          </a:xfrm>
          <a:prstGeom prst="line">
            <a:avLst/>
          </a:prstGeom>
          <a:noFill/>
          <a:ln w="25400">
            <a:solidFill>
              <a:srgbClr val="3B42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27632" y="987552"/>
            <a:ext cx="201168" cy="201168"/>
          </a:xfrm>
          <a:prstGeom prst="ellipse">
            <a:avLst/>
          </a:prstGeom>
          <a:solidFill>
            <a:srgbClr val="73DAC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91440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3/13 23:31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103120" y="91440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disposition aéroport — 3 agents parallèle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9144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phase séquentiel/parallèle. 3 collecteurs complétés en 5 minutes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27632" y="1472184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9" name="Text 7"/>
          <p:cNvSpPr/>
          <p:nvPr/>
        </p:nvSpPr>
        <p:spPr>
          <a:xfrm>
            <a:off x="91440" y="1399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00:04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103120" y="13990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Dépannage — traduction/auth/clés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94960" y="139903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 Gemini, OpenSky OAuth2, rotation clé AIS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27632" y="195681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" y="188366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03:16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103120" y="188366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dev UI à grande échelle (M4-5)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394960" y="188366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NewsFeed, Airport, Issue, TopBar, Map en parallèle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27632" y="2441448"/>
            <a:ext cx="201168" cy="201168"/>
          </a:xfrm>
          <a:prstGeom prst="ellipse">
            <a:avLst/>
          </a:prstGeom>
          <a:solidFill>
            <a:srgbClr val="7AA2F7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" y="236829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06:53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103120" y="2368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Appliquer i18n multilingue (KO/EN/JA)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394960" y="2368296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#60 — agent feature-dev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627632" y="2926080"/>
            <a:ext cx="201168" cy="201168"/>
          </a:xfrm>
          <a:prstGeom prst="ellipse">
            <a:avLst/>
          </a:prstGeom>
          <a:solidFill>
            <a:srgbClr val="BB9AF7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" y="285292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07:12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03120" y="28529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Tokyo Night + UI tablette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94960" y="285292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"Style Tokyo Night" → 20 fichiers CSS remplacés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627632" y="3410712"/>
            <a:ext cx="201168" cy="201168"/>
          </a:xfrm>
          <a:prstGeom prst="ellipse">
            <a:avLst/>
          </a:prstGeom>
          <a:solidFill>
            <a:srgbClr val="F7768E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" y="333756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07:35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2103120" y="3337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critique INSERT vs UPDATE trouvé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394960" y="33375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Humain a découvert erreur logique manquée par l'IA via inspection DB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1627632" y="3895344"/>
            <a:ext cx="201168" cy="201168"/>
          </a:xfrm>
          <a:prstGeom prst="ellipse">
            <a:avLst/>
          </a:prstGeom>
          <a:solidFill>
            <a:srgbClr val="FF9E64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" y="382219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07:39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103120" y="382219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design pixel continu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394960" y="3822192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Hauteur, police, couleur, mise en page ajustements répétés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627632" y="4379976"/>
            <a:ext cx="201168" cy="201168"/>
          </a:xfrm>
          <a:prstGeom prst="ellipse">
            <a:avLst/>
          </a:prstGeom>
          <a:solidFill>
            <a:srgbClr val="9ECE6A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" y="4306824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65F8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3/14 08:50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2103120" y="430682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à jour docs + complétude projet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394960" y="4306824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PRD, CLAUDE.md, README tous à jour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7AA2F7">
              <a:alpha val="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7DC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Leçons clés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554480" y="100584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Définissez le problème clairement. L'IA résout mieux les problèmes bien définis.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64208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66420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 des instructions clairement. 'Fais-le dans cet ordre' est 10x plus efficace que 'fais-le.'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322576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322576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Confiez aux experts (agents). Gérez serveur, front, designer comme une équipe.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980944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554480" y="2980944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Utilisez CLAUDE.md pour définir les règles de travail de l'IA. C'est la clé de la qualité cohérente.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639312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363931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Gérez le travail avec des issues. Les issues sont les instructions de travail de l'IA.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297680"/>
            <a:ext cx="731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554480" y="42976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si l'IA dit 'terminé', vérifiez toujours avec vos yeux.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B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457200"/>
            <a:ext cx="4572000" cy="4572000"/>
          </a:xfrm>
          <a:prstGeom prst="ellipse">
            <a:avLst/>
          </a:prstGeom>
          <a:solidFill>
            <a:srgbClr val="BB9AF7">
              <a:alpha val="7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82296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Définissez le problème.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Donnez des instructions claires.</a:t>
            </a:r>
            <a:endParaRPr lang="en-US" sz="32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3200" b="1" dirty="0">
                <a:solidFill>
                  <a:srgbClr val="E0E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Confiez aux experts.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3017520"/>
            <a:ext cx="54864" cy="1188720"/>
          </a:xfrm>
          <a:prstGeom prst="rect">
            <a:avLst/>
          </a:prstGeom>
          <a:solidFill>
            <a:srgbClr val="BB9AF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B9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Définition problème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Énoncez clairement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 à résoudre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56616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66160" y="3017520"/>
            <a:ext cx="54864" cy="1188720"/>
          </a:xfrm>
          <a:prstGeom prst="rect">
            <a:avLst/>
          </a:prstGeom>
          <a:solidFill>
            <a:srgbClr val="7AA2F7"/>
          </a:solidFill>
          <a:ln/>
        </p:spPr>
      </p:sp>
      <p:sp>
        <p:nvSpPr>
          <p:cNvPr id="10" name="Text 8"/>
          <p:cNvSpPr/>
          <p:nvPr/>
        </p:nvSpPr>
        <p:spPr>
          <a:xfrm>
            <a:off x="370332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AA2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claires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70332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Communiquez Phase, issues, ordre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manière structurée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17920" y="3017520"/>
            <a:ext cx="2286000" cy="1188720"/>
          </a:xfrm>
          <a:prstGeom prst="rect">
            <a:avLst/>
          </a:prstGeom>
          <a:solidFill>
            <a:srgbClr val="24283B"/>
          </a:solidFill>
          <a:ln/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17920" y="3017520"/>
            <a:ext cx="54864" cy="1188720"/>
          </a:xfrm>
          <a:prstGeom prst="rect">
            <a:avLst/>
          </a:prstGeom>
          <a:solidFill>
            <a:srgbClr val="9ECE6A"/>
          </a:solidFill>
          <a:ln/>
        </p:spPr>
      </p:sp>
      <p:sp>
        <p:nvSpPr>
          <p:cNvPr id="14" name="Text 12"/>
          <p:cNvSpPr/>
          <p:nvPr/>
        </p:nvSpPr>
        <p:spPr>
          <a:xfrm>
            <a:off x="6355080" y="30632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EC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Confier aux experts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55080" y="3474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Remettez au serveur, front, designer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0C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agents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114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65F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Affairs Dashboard — 2026.03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 de vibe coding — Comment un non-développeur a créé un dashboard avec une équipe d'agents IA en ~6h</dc:title>
  <dc:subject>PptxGenJS Presentation</dc:subject>
  <dc:creator>Jonan (smallmiro)</dc:creator>
  <cp:lastModifiedBy>Jonan (smallmiro)</cp:lastModifiedBy>
  <cp:revision>1</cp:revision>
  <dcterms:created xsi:type="dcterms:W3CDTF">2026-03-14T10:41:17Z</dcterms:created>
  <dcterms:modified xsi:type="dcterms:W3CDTF">2026-03-14T10:41:17Z</dcterms:modified>
</cp:coreProperties>
</file>